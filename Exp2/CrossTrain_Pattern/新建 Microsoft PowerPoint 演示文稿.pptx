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BF7DE-2000-8EEC-5628-DDF16B70A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7439F4-B17A-FDCA-8B11-89997788C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56B49E-E692-B106-81E2-EE9C3948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61142-BEC6-8068-20B3-F20A378E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170412-E11C-4FB0-E658-BE52B5C5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88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ECB9F-8619-FF70-5A61-FA3905263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CB246F-085A-71AB-F5E6-5DFCFCE0F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35B673-02D5-41C6-981B-380C7A82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34D00-1BBB-3F27-D404-D3B6248F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E2E750-C397-BF61-71C8-4EB5532E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626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27680-A972-9BF0-058D-3A58FCE3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80D0EA-BA63-8594-85CF-9EA8AF917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C8B106-91BB-91F6-7B1B-2DC1B0D13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B27C4A-9A6D-D672-BB46-65EBA730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CEC1BA-11FF-58E5-6801-90D84626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78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8602E-EF84-95D9-6F3B-549373814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D6672-0AAA-DEBB-F389-A63562D2E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23C51D-17BF-56D4-109F-C43094D24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D89955-8764-5C62-308A-24EC0A4F1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84FBAE-6E74-1BF9-803F-B97BE5A3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706661-9073-C3D2-F89A-5D04E8B43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498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388B5-22C5-7B64-896D-BBBD80DF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27A068-0639-3F8B-627D-C9A334E63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F7656A-F71B-4D7E-6ACE-7DE35C11E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CC6D59-C34B-8AE8-9764-CC47BC026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91989A-C182-8B38-7F38-EF82CCCBC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B8CAF9-AB03-3CC9-5763-C800C5AD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4569E0-DFC4-290F-ED7F-B7BA2A1C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A43619-56B5-9DBC-7414-D5152D93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6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C129F-0CA9-E2C4-919E-749602D5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71F629-5A95-C500-EEBF-208C1F87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9E413D-5264-9CF0-CCAF-F72D4A86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9A0FFF-BBA3-9130-C9C5-76A22E1F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7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27FC5E-B127-85CF-47B9-98DF48CA0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514ABD-299C-78F3-5D65-C3D080D2A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6E58E5-91BB-A601-0CC0-00979B23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88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38EA6-40FE-DFE0-F994-F53945FB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B2C8B6-EF62-4AA0-118F-B345D21AE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26F9E8-8179-77AB-5CA1-E3235587C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C9E1FF-810D-F82D-000D-09BDD747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8F7DD7-867D-56E8-C307-A5D4EF97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2F59A9-35BA-E425-CF57-84645303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256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19967-C37C-BD04-617F-2A0A8BFF6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2EAA7E-FF36-06E2-23CE-3ACEC2748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90007D-3ABC-57BC-0B18-7DBB8E488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DBBAC0-AEC2-BA05-01BA-DC71476D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B3216B-1EB8-157C-4895-0F628CB7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3BE2AF-CFFD-40EF-78A0-AE3BB2AF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19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E3CE0-E457-A071-833C-A2E4EEB5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7565AD-B6BA-906D-845B-EDB13911B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EA24FC-FACC-12D3-BE68-856EF62C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CCB6BF-97EE-F64B-9D0F-A925A770B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E7D495-C8B9-BFD8-8FE3-D54F7A17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37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92F8A4-34C3-7D7E-71EE-D73F0B1CE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A59863-E3B6-97BA-74B5-BA07C1DD1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306727-16DD-486D-930E-C6C789DF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9E66B2-6D8D-3F31-4F7D-7B7F3463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1C51E-11D9-94D9-09B3-95B29B44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3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556524-0678-C0F3-5F34-425928DD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015EDD-050D-D57B-1736-5F9D485CC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DC7719-C26E-3C75-5457-4840B28D3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C7466-931C-4C64-82DC-229396AEE8FA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D01A3A-7524-4C16-0AF4-FBB8A86C3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7A430-9092-C127-72F9-529A6F592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F7FB5-8C7E-4A9F-9992-C27BD1404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1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5EC327F2-9395-E894-F6A4-0D1278FF3B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84" r="12361"/>
          <a:stretch/>
        </p:blipFill>
        <p:spPr>
          <a:xfrm>
            <a:off x="2055001" y="161924"/>
            <a:ext cx="7850999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1C7C78C-E548-36D9-DF1B-3F2032581B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2866" y="1796374"/>
            <a:ext cx="2825252" cy="17335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010AD8-59AE-B798-1479-84D5C301C88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2866" y="3529924"/>
            <a:ext cx="2825252" cy="17387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C1832A8-9DE9-54E6-60D5-BC3DAC57E6D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8118" y="1796375"/>
            <a:ext cx="2825252" cy="17387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9369E9B-5553-2E21-CCDF-1E8C8312C8D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8118" y="3529925"/>
            <a:ext cx="2825252" cy="17387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6F5D1B2-25F9-82E4-E89C-936994649E7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3370" y="1796374"/>
            <a:ext cx="2825252" cy="173872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D95988D-8858-AC79-A8B5-5B9A70FA931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3370" y="3529925"/>
            <a:ext cx="2825251" cy="173872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1669018-B823-3145-A3C5-38536702B27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2887" y="1749068"/>
            <a:ext cx="2897573" cy="235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7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7084298-936D-9320-1892-8DB936A564FE}"/>
              </a:ext>
            </a:extLst>
          </p:cNvPr>
          <p:cNvSpPr/>
          <p:nvPr/>
        </p:nvSpPr>
        <p:spPr>
          <a:xfrm>
            <a:off x="5622589" y="330741"/>
            <a:ext cx="784698" cy="473413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PDG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37FDA4-9FB4-5D5F-3442-2094D9E337E9}"/>
              </a:ext>
            </a:extLst>
          </p:cNvPr>
          <p:cNvSpPr/>
          <p:nvPr/>
        </p:nvSpPr>
        <p:spPr>
          <a:xfrm>
            <a:off x="5622589" y="2055778"/>
            <a:ext cx="784698" cy="473413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FCDC43-FB09-C126-0ED9-7A22905D937D}"/>
              </a:ext>
            </a:extLst>
          </p:cNvPr>
          <p:cNvSpPr/>
          <p:nvPr/>
        </p:nvSpPr>
        <p:spPr>
          <a:xfrm>
            <a:off x="2535680" y="2055776"/>
            <a:ext cx="784698" cy="473413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SDG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11E908-B690-2D21-F0B3-C8D49AE7AE69}"/>
              </a:ext>
            </a:extLst>
          </p:cNvPr>
          <p:cNvSpPr/>
          <p:nvPr/>
        </p:nvSpPr>
        <p:spPr>
          <a:xfrm>
            <a:off x="8709498" y="2055777"/>
            <a:ext cx="784698" cy="473413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SH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EB94D024-0288-33D4-92ED-C4A20F90346B}"/>
              </a:ext>
            </a:extLst>
          </p:cNvPr>
          <p:cNvCxnSpPr>
            <a:cxnSpLocks/>
            <a:stCxn id="3" idx="1"/>
            <a:endCxn id="6" idx="0"/>
          </p:cNvCxnSpPr>
          <p:nvPr/>
        </p:nvCxnSpPr>
        <p:spPr>
          <a:xfrm rot="10800000" flipV="1">
            <a:off x="2928029" y="567448"/>
            <a:ext cx="2694560" cy="1488328"/>
          </a:xfrm>
          <a:prstGeom prst="bentConnector2">
            <a:avLst/>
          </a:prstGeom>
          <a:ln w="571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1AD80C4-D1F0-D3E4-DC1C-A994BC4C241D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6014938" y="804154"/>
            <a:ext cx="0" cy="1251624"/>
          </a:xfrm>
          <a:prstGeom prst="straightConnector1">
            <a:avLst/>
          </a:prstGeom>
          <a:ln w="571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5D3A297C-0C48-DCC4-8244-515302438727}"/>
              </a:ext>
            </a:extLst>
          </p:cNvPr>
          <p:cNvCxnSpPr>
            <a:cxnSpLocks/>
            <a:stCxn id="3" idx="3"/>
            <a:endCxn id="8" idx="0"/>
          </p:cNvCxnSpPr>
          <p:nvPr/>
        </p:nvCxnSpPr>
        <p:spPr>
          <a:xfrm>
            <a:off x="6407287" y="567448"/>
            <a:ext cx="2694560" cy="1488329"/>
          </a:xfrm>
          <a:prstGeom prst="bentConnector2">
            <a:avLst/>
          </a:prstGeom>
          <a:ln w="57150">
            <a:prstDash val="sys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9CFF1793-54C2-789F-51B3-B6871522FC2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2642" y="2743199"/>
            <a:ext cx="2825252" cy="173355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94AC950-BCE0-A62C-10F3-3CB55615CF9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2642" y="4476749"/>
            <a:ext cx="2825252" cy="173872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6DCEEEA-76DA-F633-79F5-70F14E9875A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7843" y="2743200"/>
            <a:ext cx="2825252" cy="173872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1E0F921-03F3-01BB-BD83-2C0C80A82F0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7843" y="4476750"/>
            <a:ext cx="2825252" cy="1738722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0BCCC03-BE00-889A-C771-5171156DD21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3044" y="2743199"/>
            <a:ext cx="2825252" cy="173872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7677527-744B-D42D-C3E9-EE88D6F42E80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3044" y="4476750"/>
            <a:ext cx="2825251" cy="173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9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: 折角 86">
            <a:extLst>
              <a:ext uri="{FF2B5EF4-FFF2-40B4-BE49-F238E27FC236}">
                <a16:creationId xmlns:a16="http://schemas.microsoft.com/office/drawing/2014/main" id="{77BF6E55-0D02-BF7D-81E5-335F573C4205}"/>
              </a:ext>
            </a:extLst>
          </p:cNvPr>
          <p:cNvSpPr/>
          <p:nvPr/>
        </p:nvSpPr>
        <p:spPr>
          <a:xfrm>
            <a:off x="7185045" y="1298110"/>
            <a:ext cx="1144621" cy="959049"/>
          </a:xfrm>
          <a:prstGeom prst="foldedCorner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: 折角 85">
            <a:extLst>
              <a:ext uri="{FF2B5EF4-FFF2-40B4-BE49-F238E27FC236}">
                <a16:creationId xmlns:a16="http://schemas.microsoft.com/office/drawing/2014/main" id="{7378B22F-AE60-F7D2-E3F7-C2E028D59880}"/>
              </a:ext>
            </a:extLst>
          </p:cNvPr>
          <p:cNvSpPr/>
          <p:nvPr/>
        </p:nvSpPr>
        <p:spPr>
          <a:xfrm>
            <a:off x="7229601" y="41766"/>
            <a:ext cx="1057935" cy="1022551"/>
          </a:xfrm>
          <a:prstGeom prst="foldedCorner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084298-936D-9320-1892-8DB936A564FE}"/>
              </a:ext>
            </a:extLst>
          </p:cNvPr>
          <p:cNvSpPr/>
          <p:nvPr/>
        </p:nvSpPr>
        <p:spPr>
          <a:xfrm>
            <a:off x="5610962" y="92049"/>
            <a:ext cx="784698" cy="902884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PDG</a:t>
            </a:r>
            <a:endParaRPr lang="zh-CN" alt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37FDA4-9FB4-5D5F-3442-2094D9E337E9}"/>
              </a:ext>
            </a:extLst>
          </p:cNvPr>
          <p:cNvSpPr/>
          <p:nvPr/>
        </p:nvSpPr>
        <p:spPr>
          <a:xfrm>
            <a:off x="7300298" y="2492192"/>
            <a:ext cx="910813" cy="675569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HG</a:t>
            </a:r>
          </a:p>
          <a:p>
            <a:pPr algn="ctr"/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(test only)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FCDC43-FB09-C126-0ED9-7A22905D937D}"/>
              </a:ext>
            </a:extLst>
          </p:cNvPr>
          <p:cNvSpPr/>
          <p:nvPr/>
        </p:nvSpPr>
        <p:spPr>
          <a:xfrm>
            <a:off x="4377732" y="2483066"/>
            <a:ext cx="910813" cy="678945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SDG</a:t>
            </a:r>
          </a:p>
          <a:p>
            <a:pPr algn="ctr"/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(test only)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11E908-B690-2D21-F0B3-C8D49AE7AE69}"/>
              </a:ext>
            </a:extLst>
          </p:cNvPr>
          <p:cNvSpPr/>
          <p:nvPr/>
        </p:nvSpPr>
        <p:spPr>
          <a:xfrm>
            <a:off x="10265345" y="2490503"/>
            <a:ext cx="910813" cy="678945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SH</a:t>
            </a:r>
          </a:p>
          <a:p>
            <a:pPr algn="ctr"/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(test only)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1AD80C4-D1F0-D3E4-DC1C-A994BC4C241D}"/>
              </a:ext>
            </a:extLst>
          </p:cNvPr>
          <p:cNvCxnSpPr>
            <a:cxnSpLocks/>
            <a:stCxn id="87" idx="2"/>
            <a:endCxn id="4" idx="0"/>
          </p:cNvCxnSpPr>
          <p:nvPr/>
        </p:nvCxnSpPr>
        <p:spPr>
          <a:xfrm flipH="1">
            <a:off x="7755705" y="2257159"/>
            <a:ext cx="1651" cy="235033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  <a:alpha val="70000"/>
              </a:schemeClr>
            </a:solidFill>
            <a:prstDash val="solid"/>
            <a:round/>
            <a:headEnd type="oval"/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9CFF1793-54C2-789F-51B3-B6871522FC2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513" y="3191039"/>
            <a:ext cx="2825252" cy="173355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94AC950-BCE0-A62C-10F3-3CB55615CF9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513" y="5119278"/>
            <a:ext cx="2825252" cy="173872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6DCEEEA-76DA-F633-79F5-70F14E9875A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20" y="3191039"/>
            <a:ext cx="2825252" cy="173872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1E0F921-03F3-01BB-BD83-2C0C80A82F0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20" y="5119278"/>
            <a:ext cx="2825252" cy="1738722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0BCCC03-BE00-889A-C771-5171156DD21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8127" y="3191038"/>
            <a:ext cx="2825252" cy="173872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7677527-744B-D42D-C3E9-EE88D6F42E80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8127" y="5119278"/>
            <a:ext cx="2825251" cy="1738721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25108772-3F4B-12C8-B266-678E07C0E9EB}"/>
              </a:ext>
            </a:extLst>
          </p:cNvPr>
          <p:cNvSpPr/>
          <p:nvPr/>
        </p:nvSpPr>
        <p:spPr>
          <a:xfrm>
            <a:off x="7400275" y="128907"/>
            <a:ext cx="126954" cy="130836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7E5C4A7-B28B-292D-82A2-8921586A4229}"/>
              </a:ext>
            </a:extLst>
          </p:cNvPr>
          <p:cNvSpPr/>
          <p:nvPr/>
        </p:nvSpPr>
        <p:spPr>
          <a:xfrm>
            <a:off x="7647908" y="306449"/>
            <a:ext cx="126954" cy="130836"/>
          </a:xfrm>
          <a:prstGeom prst="ellipse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2D10C69-8918-7C9E-D5CF-C361A9B7BB00}"/>
              </a:ext>
            </a:extLst>
          </p:cNvPr>
          <p:cNvSpPr/>
          <p:nvPr/>
        </p:nvSpPr>
        <p:spPr>
          <a:xfrm>
            <a:off x="7906825" y="138997"/>
            <a:ext cx="126954" cy="130836"/>
          </a:xfrm>
          <a:prstGeom prst="ellipse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D0A7206-269B-B9A5-177B-649F524C82C1}"/>
              </a:ext>
            </a:extLst>
          </p:cNvPr>
          <p:cNvSpPr/>
          <p:nvPr/>
        </p:nvSpPr>
        <p:spPr>
          <a:xfrm>
            <a:off x="7581207" y="645483"/>
            <a:ext cx="126954" cy="130836"/>
          </a:xfrm>
          <a:prstGeom prst="ellipse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B7ADB9A-7891-2179-61C7-B9DEB1DD877C}"/>
              </a:ext>
            </a:extLst>
          </p:cNvPr>
          <p:cNvSpPr/>
          <p:nvPr/>
        </p:nvSpPr>
        <p:spPr>
          <a:xfrm>
            <a:off x="8099699" y="349533"/>
            <a:ext cx="126954" cy="130836"/>
          </a:xfrm>
          <a:prstGeom prst="ellipse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3BEFEED-2B89-3CED-968E-5CAE05A2F918}"/>
              </a:ext>
            </a:extLst>
          </p:cNvPr>
          <p:cNvSpPr/>
          <p:nvPr/>
        </p:nvSpPr>
        <p:spPr>
          <a:xfrm>
            <a:off x="7951710" y="572519"/>
            <a:ext cx="126954" cy="130836"/>
          </a:xfrm>
          <a:prstGeom prst="ellipse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1BB67CE-CF23-A242-2210-D53BFBE91792}"/>
              </a:ext>
            </a:extLst>
          </p:cNvPr>
          <p:cNvSpPr/>
          <p:nvPr/>
        </p:nvSpPr>
        <p:spPr>
          <a:xfrm>
            <a:off x="7321107" y="455525"/>
            <a:ext cx="126954" cy="130836"/>
          </a:xfrm>
          <a:prstGeom prst="ellips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2C7771B-F9EF-903B-D9DE-509DAF309C6E}"/>
              </a:ext>
            </a:extLst>
          </p:cNvPr>
          <p:cNvCxnSpPr>
            <a:cxnSpLocks/>
            <a:stCxn id="9" idx="5"/>
            <a:endCxn id="10" idx="1"/>
          </p:cNvCxnSpPr>
          <p:nvPr/>
        </p:nvCxnSpPr>
        <p:spPr>
          <a:xfrm>
            <a:off x="7508637" y="240583"/>
            <a:ext cx="157863" cy="85026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7330A0B-5EA7-DD01-DFFC-34E2827FAFF0}"/>
              </a:ext>
            </a:extLst>
          </p:cNvPr>
          <p:cNvCxnSpPr>
            <a:cxnSpLocks/>
            <a:stCxn id="11" idx="2"/>
            <a:endCxn id="10" idx="6"/>
          </p:cNvCxnSpPr>
          <p:nvPr/>
        </p:nvCxnSpPr>
        <p:spPr>
          <a:xfrm flipH="1">
            <a:off x="7774862" y="204415"/>
            <a:ext cx="131963" cy="167452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ED22736-DD21-E5AD-9167-97FDC2D7F56D}"/>
              </a:ext>
            </a:extLst>
          </p:cNvPr>
          <p:cNvCxnSpPr>
            <a:cxnSpLocks/>
            <a:stCxn id="12" idx="0"/>
            <a:endCxn id="10" idx="4"/>
          </p:cNvCxnSpPr>
          <p:nvPr/>
        </p:nvCxnSpPr>
        <p:spPr>
          <a:xfrm flipV="1">
            <a:off x="7644684" y="437285"/>
            <a:ext cx="66701" cy="208198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F85BEAB-55DF-F800-54B4-3D5BB1F57BB0}"/>
              </a:ext>
            </a:extLst>
          </p:cNvPr>
          <p:cNvCxnSpPr>
            <a:cxnSpLocks/>
            <a:stCxn id="15" idx="1"/>
            <a:endCxn id="10" idx="5"/>
          </p:cNvCxnSpPr>
          <p:nvPr/>
        </p:nvCxnSpPr>
        <p:spPr>
          <a:xfrm flipH="1" flipV="1">
            <a:off x="7756270" y="418125"/>
            <a:ext cx="214032" cy="173554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604AF2D-9F5D-8334-23B3-AD6ACE9308B0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8015187" y="250673"/>
            <a:ext cx="103104" cy="11802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C74F1D86-470B-580A-CE32-1555912F0564}"/>
              </a:ext>
            </a:extLst>
          </p:cNvPr>
          <p:cNvCxnSpPr>
            <a:cxnSpLocks/>
            <a:stCxn id="12" idx="2"/>
            <a:endCxn id="16" idx="5"/>
          </p:cNvCxnSpPr>
          <p:nvPr/>
        </p:nvCxnSpPr>
        <p:spPr>
          <a:xfrm flipH="1" flipV="1">
            <a:off x="7429469" y="567201"/>
            <a:ext cx="151738" cy="14370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E80E1999-351F-F48A-501D-9F9F6955BCE0}"/>
              </a:ext>
            </a:extLst>
          </p:cNvPr>
          <p:cNvSpPr/>
          <p:nvPr/>
        </p:nvSpPr>
        <p:spPr>
          <a:xfrm>
            <a:off x="7370913" y="1386554"/>
            <a:ext cx="133212" cy="136756"/>
          </a:xfrm>
          <a:prstGeom prst="ellips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A90BDF68-9C85-DC47-AB48-A61BD245D9B4}"/>
              </a:ext>
            </a:extLst>
          </p:cNvPr>
          <p:cNvSpPr/>
          <p:nvPr/>
        </p:nvSpPr>
        <p:spPr>
          <a:xfrm>
            <a:off x="7645480" y="1567744"/>
            <a:ext cx="133212" cy="136756"/>
          </a:xfrm>
          <a:prstGeom prst="ellips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521D09A4-19A3-8EF1-9C72-6D96C7CBD1D1}"/>
              </a:ext>
            </a:extLst>
          </p:cNvPr>
          <p:cNvSpPr/>
          <p:nvPr/>
        </p:nvSpPr>
        <p:spPr>
          <a:xfrm>
            <a:off x="7964960" y="1360489"/>
            <a:ext cx="133212" cy="136756"/>
          </a:xfrm>
          <a:prstGeom prst="ellips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2213AED0-406C-E9B2-368D-3A28AFCD2E60}"/>
              </a:ext>
            </a:extLst>
          </p:cNvPr>
          <p:cNvSpPr/>
          <p:nvPr/>
        </p:nvSpPr>
        <p:spPr>
          <a:xfrm>
            <a:off x="7510790" y="1908955"/>
            <a:ext cx="133212" cy="136756"/>
          </a:xfrm>
          <a:prstGeom prst="ellips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8496E204-4BD7-0F96-50CA-CBDA20297F4B}"/>
              </a:ext>
            </a:extLst>
          </p:cNvPr>
          <p:cNvSpPr/>
          <p:nvPr/>
        </p:nvSpPr>
        <p:spPr>
          <a:xfrm>
            <a:off x="8136336" y="1611141"/>
            <a:ext cx="133212" cy="136756"/>
          </a:xfrm>
          <a:prstGeom prst="ellips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6A2BB9CF-DABC-0BD8-F868-6CAF368241DF}"/>
              </a:ext>
            </a:extLst>
          </p:cNvPr>
          <p:cNvSpPr/>
          <p:nvPr/>
        </p:nvSpPr>
        <p:spPr>
          <a:xfrm>
            <a:off x="7917122" y="1843997"/>
            <a:ext cx="133212" cy="136756"/>
          </a:xfrm>
          <a:prstGeom prst="ellips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AEA8C84B-C107-1DF8-8F37-E1D3C2A7B912}"/>
              </a:ext>
            </a:extLst>
          </p:cNvPr>
          <p:cNvSpPr/>
          <p:nvPr/>
        </p:nvSpPr>
        <p:spPr>
          <a:xfrm>
            <a:off x="7262486" y="1717361"/>
            <a:ext cx="133212" cy="136756"/>
          </a:xfrm>
          <a:prstGeom prst="ellips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4866118B-4902-254E-AEC9-CC8FFA92446A}"/>
              </a:ext>
            </a:extLst>
          </p:cNvPr>
          <p:cNvCxnSpPr>
            <a:cxnSpLocks/>
            <a:stCxn id="70" idx="5"/>
            <a:endCxn id="71" idx="2"/>
          </p:cNvCxnSpPr>
          <p:nvPr/>
        </p:nvCxnSpPr>
        <p:spPr>
          <a:xfrm>
            <a:off x="7484617" y="1503283"/>
            <a:ext cx="160863" cy="132839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EF1BC4D1-5E16-9E3A-19C9-FFC671B3461E}"/>
              </a:ext>
            </a:extLst>
          </p:cNvPr>
          <p:cNvCxnSpPr>
            <a:cxnSpLocks/>
            <a:stCxn id="72" idx="2"/>
            <a:endCxn id="71" idx="6"/>
          </p:cNvCxnSpPr>
          <p:nvPr/>
        </p:nvCxnSpPr>
        <p:spPr>
          <a:xfrm flipH="1">
            <a:off x="7778692" y="1428867"/>
            <a:ext cx="186268" cy="207255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A90918B2-4F62-7032-5231-C256A2FD3283}"/>
              </a:ext>
            </a:extLst>
          </p:cNvPr>
          <p:cNvCxnSpPr>
            <a:cxnSpLocks/>
            <a:stCxn id="73" idx="0"/>
            <a:endCxn id="71" idx="4"/>
          </p:cNvCxnSpPr>
          <p:nvPr/>
        </p:nvCxnSpPr>
        <p:spPr>
          <a:xfrm flipV="1">
            <a:off x="7577396" y="1704500"/>
            <a:ext cx="134690" cy="204455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889C36C5-FF55-C916-3C57-5C4A31C969C9}"/>
              </a:ext>
            </a:extLst>
          </p:cNvPr>
          <p:cNvCxnSpPr>
            <a:cxnSpLocks/>
            <a:stCxn id="75" idx="1"/>
            <a:endCxn id="71" idx="5"/>
          </p:cNvCxnSpPr>
          <p:nvPr/>
        </p:nvCxnSpPr>
        <p:spPr>
          <a:xfrm flipH="1" flipV="1">
            <a:off x="7759184" y="1684473"/>
            <a:ext cx="177446" cy="179551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FA71249F-3EFD-9946-73F9-2B339336A868}"/>
              </a:ext>
            </a:extLst>
          </p:cNvPr>
          <p:cNvCxnSpPr>
            <a:cxnSpLocks/>
            <a:stCxn id="74" idx="1"/>
            <a:endCxn id="72" idx="5"/>
          </p:cNvCxnSpPr>
          <p:nvPr/>
        </p:nvCxnSpPr>
        <p:spPr>
          <a:xfrm flipH="1" flipV="1">
            <a:off x="8078664" y="1477218"/>
            <a:ext cx="77180" cy="153950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1EC578AF-2DCE-1B04-F78F-1D951E606968}"/>
              </a:ext>
            </a:extLst>
          </p:cNvPr>
          <p:cNvCxnSpPr>
            <a:cxnSpLocks/>
            <a:stCxn id="73" idx="2"/>
            <a:endCxn id="76" idx="5"/>
          </p:cNvCxnSpPr>
          <p:nvPr/>
        </p:nvCxnSpPr>
        <p:spPr>
          <a:xfrm flipH="1" flipV="1">
            <a:off x="7376190" y="1834090"/>
            <a:ext cx="134600" cy="143243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E350A99-77B1-7C0C-D6B2-1EF64273A793}"/>
              </a:ext>
            </a:extLst>
          </p:cNvPr>
          <p:cNvSpPr txBox="1"/>
          <p:nvPr/>
        </p:nvSpPr>
        <p:spPr>
          <a:xfrm>
            <a:off x="4376313" y="224693"/>
            <a:ext cx="9695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Training (</a:t>
            </a:r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</a:t>
            </a:r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0CE18AFA-A6DE-ED63-B678-9E50D61E2156}"/>
              </a:ext>
            </a:extLst>
          </p:cNvPr>
          <p:cNvSpPr txBox="1"/>
          <p:nvPr/>
        </p:nvSpPr>
        <p:spPr>
          <a:xfrm>
            <a:off x="4355493" y="490236"/>
            <a:ext cx="10588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Validation (</a:t>
            </a:r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1" name="图片 180">
            <a:extLst>
              <a:ext uri="{FF2B5EF4-FFF2-40B4-BE49-F238E27FC236}">
                <a16:creationId xmlns:a16="http://schemas.microsoft.com/office/drawing/2014/main" id="{E1E7A77E-C19A-C613-3306-D6B5C53D1A0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977534" y="395248"/>
            <a:ext cx="947507" cy="320927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CC70EBDB-EC6C-FC9A-AF6A-041FF4AB71A5}"/>
              </a:ext>
            </a:extLst>
          </p:cNvPr>
          <p:cNvSpPr txBox="1"/>
          <p:nvPr/>
        </p:nvSpPr>
        <p:spPr>
          <a:xfrm>
            <a:off x="4601811" y="748591"/>
            <a:ext cx="7208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Test (</a:t>
            </a:r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2991269C-B596-8F38-FEBD-362A39A488A4}"/>
              </a:ext>
            </a:extLst>
          </p:cNvPr>
          <p:cNvCxnSpPr>
            <a:cxnSpLocks/>
            <a:stCxn id="3" idx="3"/>
            <a:endCxn id="86" idx="1"/>
          </p:cNvCxnSpPr>
          <p:nvPr/>
        </p:nvCxnSpPr>
        <p:spPr>
          <a:xfrm>
            <a:off x="6395660" y="543491"/>
            <a:ext cx="833941" cy="9551"/>
          </a:xfrm>
          <a:prstGeom prst="straightConnector1">
            <a:avLst/>
          </a:prstGeom>
          <a:ln w="28575">
            <a:solidFill>
              <a:schemeClr val="tx1">
                <a:alpha val="70000"/>
              </a:schemeClr>
            </a:solidFill>
            <a:prstDash val="solid"/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6C67E613-FF88-87E1-CEFC-07B09FEB06DC}"/>
              </a:ext>
            </a:extLst>
          </p:cNvPr>
          <p:cNvCxnSpPr>
            <a:cxnSpLocks/>
            <a:stCxn id="86" idx="2"/>
            <a:endCxn id="87" idx="0"/>
          </p:cNvCxnSpPr>
          <p:nvPr/>
        </p:nvCxnSpPr>
        <p:spPr>
          <a:xfrm flipH="1">
            <a:off x="7757356" y="1064317"/>
            <a:ext cx="1213" cy="233793"/>
          </a:xfrm>
          <a:prstGeom prst="straightConnector1">
            <a:avLst/>
          </a:prstGeom>
          <a:ln w="28575">
            <a:solidFill>
              <a:schemeClr val="tx1">
                <a:alpha val="70000"/>
              </a:schemeClr>
            </a:solidFill>
            <a:prstDash val="solid"/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FF2CF018-86B0-899A-E76D-B956E0FBBE34}"/>
              </a:ext>
            </a:extLst>
          </p:cNvPr>
          <p:cNvSpPr txBox="1"/>
          <p:nvPr/>
        </p:nvSpPr>
        <p:spPr>
          <a:xfrm>
            <a:off x="7235257" y="854669"/>
            <a:ext cx="9943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GCN+TMIFE</a:t>
            </a:r>
            <a:endParaRPr lang="zh-CN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917D5DD5-7F47-47E8-2FB7-1E59D9BF52D7}"/>
              </a:ext>
            </a:extLst>
          </p:cNvPr>
          <p:cNvSpPr txBox="1"/>
          <p:nvPr/>
        </p:nvSpPr>
        <p:spPr>
          <a:xfrm>
            <a:off x="7143940" y="2022441"/>
            <a:ext cx="11227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Well-trained Model</a:t>
            </a:r>
            <a:endParaRPr lang="zh-CN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2" name="连接符: 曲线 261">
            <a:extLst>
              <a:ext uri="{FF2B5EF4-FFF2-40B4-BE49-F238E27FC236}">
                <a16:creationId xmlns:a16="http://schemas.microsoft.com/office/drawing/2014/main" id="{F67AA572-62B8-C060-E240-EFC9BDD142F9}"/>
              </a:ext>
            </a:extLst>
          </p:cNvPr>
          <p:cNvCxnSpPr>
            <a:cxnSpLocks/>
            <a:stCxn id="87" idx="3"/>
            <a:endCxn id="8" idx="0"/>
          </p:cNvCxnSpPr>
          <p:nvPr/>
        </p:nvCxnSpPr>
        <p:spPr>
          <a:xfrm>
            <a:off x="8329666" y="1777635"/>
            <a:ext cx="2391086" cy="712868"/>
          </a:xfrm>
          <a:prstGeom prst="curvedConnector2">
            <a:avLst/>
          </a:prstGeom>
          <a:ln w="28575">
            <a:solidFill>
              <a:schemeClr val="accent2">
                <a:lumMod val="60000"/>
                <a:lumOff val="40000"/>
                <a:alpha val="70000"/>
              </a:schemeClr>
            </a:solidFill>
            <a:prstDash val="solid"/>
            <a:round/>
            <a:headEnd type="oval"/>
            <a:tailEnd type="triangle" w="lg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5" name="连接符: 曲线 264">
            <a:extLst>
              <a:ext uri="{FF2B5EF4-FFF2-40B4-BE49-F238E27FC236}">
                <a16:creationId xmlns:a16="http://schemas.microsoft.com/office/drawing/2014/main" id="{BBF89E87-EC61-EC1E-F241-2F34CBC41749}"/>
              </a:ext>
            </a:extLst>
          </p:cNvPr>
          <p:cNvCxnSpPr>
            <a:cxnSpLocks/>
            <a:stCxn id="87" idx="1"/>
            <a:endCxn id="6" idx="0"/>
          </p:cNvCxnSpPr>
          <p:nvPr/>
        </p:nvCxnSpPr>
        <p:spPr>
          <a:xfrm rot="10800000" flipV="1">
            <a:off x="4833139" y="1777634"/>
            <a:ext cx="2351906" cy="705431"/>
          </a:xfrm>
          <a:prstGeom prst="curvedConnector2">
            <a:avLst/>
          </a:prstGeom>
          <a:ln w="28575" cap="rnd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round/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文本框 267">
            <a:extLst>
              <a:ext uri="{FF2B5EF4-FFF2-40B4-BE49-F238E27FC236}">
                <a16:creationId xmlns:a16="http://schemas.microsoft.com/office/drawing/2014/main" id="{404BEAA5-6F9B-EF57-E69A-F13B0CFB1007}"/>
              </a:ext>
            </a:extLst>
          </p:cNvPr>
          <p:cNvSpPr txBox="1"/>
          <p:nvPr/>
        </p:nvSpPr>
        <p:spPr>
          <a:xfrm>
            <a:off x="3466314" y="2894824"/>
            <a:ext cx="9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=1.00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807CED06-8581-FE8E-D4B3-4B0419D8FB63}"/>
              </a:ext>
            </a:extLst>
          </p:cNvPr>
          <p:cNvSpPr txBox="1"/>
          <p:nvPr/>
        </p:nvSpPr>
        <p:spPr>
          <a:xfrm>
            <a:off x="3459086" y="4848000"/>
            <a:ext cx="9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=1.60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83692B24-184F-88C7-E6AA-20816A5D31C4}"/>
              </a:ext>
            </a:extLst>
          </p:cNvPr>
          <p:cNvSpPr txBox="1"/>
          <p:nvPr/>
        </p:nvSpPr>
        <p:spPr>
          <a:xfrm>
            <a:off x="6410294" y="2903950"/>
            <a:ext cx="9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=0.10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C8C1DE8C-9D44-F4AF-531A-A7ECA59E42D1}"/>
              </a:ext>
            </a:extLst>
          </p:cNvPr>
          <p:cNvSpPr txBox="1"/>
          <p:nvPr/>
        </p:nvSpPr>
        <p:spPr>
          <a:xfrm>
            <a:off x="6410294" y="4846960"/>
            <a:ext cx="9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=0.90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14A336D8-76C3-0D89-4D6A-F8AB4735172E}"/>
              </a:ext>
            </a:extLst>
          </p:cNvPr>
          <p:cNvSpPr txBox="1"/>
          <p:nvPr/>
        </p:nvSpPr>
        <p:spPr>
          <a:xfrm>
            <a:off x="9366824" y="2894823"/>
            <a:ext cx="9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=0.01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D9C65FEE-2CFC-9F35-72AC-BD589230B947}"/>
              </a:ext>
            </a:extLst>
          </p:cNvPr>
          <p:cNvSpPr txBox="1"/>
          <p:nvPr/>
        </p:nvSpPr>
        <p:spPr>
          <a:xfrm>
            <a:off x="9354532" y="4839853"/>
            <a:ext cx="9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=0.20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9A05699-0982-126E-49AF-51BA252A5B93}"/>
              </a:ext>
            </a:extLst>
          </p:cNvPr>
          <p:cNvCxnSpPr>
            <a:cxnSpLocks/>
          </p:cNvCxnSpPr>
          <p:nvPr/>
        </p:nvCxnSpPr>
        <p:spPr>
          <a:xfrm>
            <a:off x="6293166" y="3294434"/>
            <a:ext cx="0" cy="349783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4A19B68-0C29-0308-D02F-BB037D39EB4E}"/>
              </a:ext>
            </a:extLst>
          </p:cNvPr>
          <p:cNvCxnSpPr>
            <a:cxnSpLocks/>
          </p:cNvCxnSpPr>
          <p:nvPr/>
        </p:nvCxnSpPr>
        <p:spPr>
          <a:xfrm>
            <a:off x="9260102" y="3294434"/>
            <a:ext cx="0" cy="349783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C2CDF3A4-598E-5A67-A966-BF29BC7A447E}"/>
              </a:ext>
            </a:extLst>
          </p:cNvPr>
          <p:cNvSpPr/>
          <p:nvPr/>
        </p:nvSpPr>
        <p:spPr>
          <a:xfrm>
            <a:off x="1644097" y="881583"/>
            <a:ext cx="635126" cy="560213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PDG</a:t>
            </a:r>
            <a:endParaRPr lang="zh-CN" altLang="en-US" sz="1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ADB1A7-31E6-5ACC-3C46-2925C2E3085E}"/>
              </a:ext>
            </a:extLst>
          </p:cNvPr>
          <p:cNvSpPr/>
          <p:nvPr/>
        </p:nvSpPr>
        <p:spPr>
          <a:xfrm>
            <a:off x="1008970" y="339990"/>
            <a:ext cx="636339" cy="550904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6B619F-CF21-D0CA-6C63-6791A7F51BDD}"/>
              </a:ext>
            </a:extLst>
          </p:cNvPr>
          <p:cNvSpPr/>
          <p:nvPr/>
        </p:nvSpPr>
        <p:spPr>
          <a:xfrm>
            <a:off x="1645309" y="339990"/>
            <a:ext cx="636339" cy="550903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SDG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9A5E5B-259C-5101-C60E-78263A972D5B}"/>
              </a:ext>
            </a:extLst>
          </p:cNvPr>
          <p:cNvSpPr/>
          <p:nvPr/>
        </p:nvSpPr>
        <p:spPr>
          <a:xfrm>
            <a:off x="1008971" y="890893"/>
            <a:ext cx="635126" cy="550903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SH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5EA253-76D5-8A2D-C71C-4B44F7AC01F4}"/>
              </a:ext>
            </a:extLst>
          </p:cNvPr>
          <p:cNvSpPr txBox="1"/>
          <p:nvPr/>
        </p:nvSpPr>
        <p:spPr>
          <a:xfrm rot="5400000">
            <a:off x="171768" y="728651"/>
            <a:ext cx="914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Sucker</a:t>
            </a:r>
            <a:endParaRPr lang="zh-CN" altLang="en-US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D6F2D55-A549-8DA5-0F15-F11969ED0488}"/>
              </a:ext>
            </a:extLst>
          </p:cNvPr>
          <p:cNvSpPr txBox="1"/>
          <p:nvPr/>
        </p:nvSpPr>
        <p:spPr>
          <a:xfrm>
            <a:off x="834924" y="1616952"/>
            <a:ext cx="167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Temptation, </a:t>
            </a:r>
            <a:r>
              <a:rPr lang="en-US" altLang="zh-CN" b="1" i="1" dirty="0"/>
              <a:t>b</a:t>
            </a:r>
            <a:endParaRPr lang="zh-CN" altLang="en-US" i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755C0A6-174E-2C26-9ED6-46CACACAD7AB}"/>
              </a:ext>
            </a:extLst>
          </p:cNvPr>
          <p:cNvSpPr txBox="1"/>
          <p:nvPr/>
        </p:nvSpPr>
        <p:spPr>
          <a:xfrm>
            <a:off x="762853" y="224693"/>
            <a:ext cx="298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526BE2B-0FFE-64D0-1055-FABDA605418C}"/>
              </a:ext>
            </a:extLst>
          </p:cNvPr>
          <p:cNvSpPr txBox="1"/>
          <p:nvPr/>
        </p:nvSpPr>
        <p:spPr>
          <a:xfrm>
            <a:off x="762853" y="713773"/>
            <a:ext cx="437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95CC4B-A6D8-8389-53F5-7BF968A2C7AE}"/>
              </a:ext>
            </a:extLst>
          </p:cNvPr>
          <p:cNvSpPr txBox="1"/>
          <p:nvPr/>
        </p:nvSpPr>
        <p:spPr>
          <a:xfrm>
            <a:off x="715281" y="1241459"/>
            <a:ext cx="366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E027157-A385-4481-D188-55E17C0D1BC1}"/>
              </a:ext>
            </a:extLst>
          </p:cNvPr>
          <p:cNvSpPr txBox="1"/>
          <p:nvPr/>
        </p:nvSpPr>
        <p:spPr>
          <a:xfrm>
            <a:off x="880842" y="1414308"/>
            <a:ext cx="437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9AE735B-3A03-83A5-D78B-E8ECF04FC43D}"/>
              </a:ext>
            </a:extLst>
          </p:cNvPr>
          <p:cNvSpPr txBox="1"/>
          <p:nvPr/>
        </p:nvSpPr>
        <p:spPr>
          <a:xfrm>
            <a:off x="1500319" y="1405100"/>
            <a:ext cx="340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3764DD7-69EE-005C-0F82-834486C40037}"/>
              </a:ext>
            </a:extLst>
          </p:cNvPr>
          <p:cNvSpPr txBox="1"/>
          <p:nvPr/>
        </p:nvSpPr>
        <p:spPr>
          <a:xfrm>
            <a:off x="2099237" y="1399486"/>
            <a:ext cx="437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FAF8E46-4216-6771-7740-2AB36294F9DD}"/>
              </a:ext>
            </a:extLst>
          </p:cNvPr>
          <p:cNvSpPr/>
          <p:nvPr/>
        </p:nvSpPr>
        <p:spPr>
          <a:xfrm>
            <a:off x="1970816" y="2294947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1847BFD6-9264-C0AD-A6C5-130E3E5B5100}"/>
              </a:ext>
            </a:extLst>
          </p:cNvPr>
          <p:cNvSpPr/>
          <p:nvPr/>
        </p:nvSpPr>
        <p:spPr>
          <a:xfrm>
            <a:off x="1046759" y="3078207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CF89B05B-7085-3BDC-D89D-6468BEB4292C}"/>
              </a:ext>
            </a:extLst>
          </p:cNvPr>
          <p:cNvSpPr/>
          <p:nvPr/>
        </p:nvSpPr>
        <p:spPr>
          <a:xfrm>
            <a:off x="1942686" y="3071254"/>
            <a:ext cx="269525" cy="27669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0D45ACE7-F2DD-D2E2-C138-BEEAC28BE8EB}"/>
              </a:ext>
            </a:extLst>
          </p:cNvPr>
          <p:cNvCxnSpPr>
            <a:cxnSpLocks/>
            <a:stCxn id="103" idx="5"/>
            <a:endCxn id="102" idx="1"/>
          </p:cNvCxnSpPr>
          <p:nvPr/>
        </p:nvCxnSpPr>
        <p:spPr>
          <a:xfrm>
            <a:off x="1252236" y="2530008"/>
            <a:ext cx="267809" cy="207076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5CC92412-1762-4B96-B9C6-20706B447934}"/>
              </a:ext>
            </a:extLst>
          </p:cNvPr>
          <p:cNvCxnSpPr>
            <a:cxnSpLocks/>
            <a:stCxn id="91" idx="3"/>
            <a:endCxn id="102" idx="7"/>
          </p:cNvCxnSpPr>
          <p:nvPr/>
        </p:nvCxnSpPr>
        <p:spPr>
          <a:xfrm flipH="1">
            <a:off x="1710628" y="2531121"/>
            <a:ext cx="299659" cy="205963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B80DDC99-42AD-659F-025D-BAA1B1BA36C3}"/>
              </a:ext>
            </a:extLst>
          </p:cNvPr>
          <p:cNvCxnSpPr>
            <a:cxnSpLocks/>
            <a:stCxn id="92" idx="7"/>
            <a:endCxn id="102" idx="3"/>
          </p:cNvCxnSpPr>
          <p:nvPr/>
        </p:nvCxnSpPr>
        <p:spPr>
          <a:xfrm flipV="1">
            <a:off x="1276813" y="2932737"/>
            <a:ext cx="243232" cy="185991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B7FE739C-7A1A-81EF-C494-5F867A0E349F}"/>
              </a:ext>
            </a:extLst>
          </p:cNvPr>
          <p:cNvCxnSpPr>
            <a:cxnSpLocks/>
            <a:stCxn id="94" idx="1"/>
            <a:endCxn id="102" idx="5"/>
          </p:cNvCxnSpPr>
          <p:nvPr/>
        </p:nvCxnSpPr>
        <p:spPr>
          <a:xfrm flipH="1" flipV="1">
            <a:off x="1710628" y="2932737"/>
            <a:ext cx="271529" cy="179038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sp>
        <p:nvSpPr>
          <p:cNvPr id="102" name="椭圆 101">
            <a:extLst>
              <a:ext uri="{FF2B5EF4-FFF2-40B4-BE49-F238E27FC236}">
                <a16:creationId xmlns:a16="http://schemas.microsoft.com/office/drawing/2014/main" id="{2B3773A1-995A-0C8B-A537-44D5B67147B4}"/>
              </a:ext>
            </a:extLst>
          </p:cNvPr>
          <p:cNvSpPr/>
          <p:nvPr/>
        </p:nvSpPr>
        <p:spPr>
          <a:xfrm>
            <a:off x="1480574" y="2696563"/>
            <a:ext cx="269525" cy="27669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8568097C-AFAB-88CE-0C03-B45955DC2AC8}"/>
              </a:ext>
            </a:extLst>
          </p:cNvPr>
          <p:cNvSpPr/>
          <p:nvPr/>
        </p:nvSpPr>
        <p:spPr>
          <a:xfrm>
            <a:off x="1022182" y="2293834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C18E4484-6138-E401-DCCD-086E9782600E}"/>
              </a:ext>
            </a:extLst>
          </p:cNvPr>
          <p:cNvSpPr/>
          <p:nvPr/>
        </p:nvSpPr>
        <p:spPr>
          <a:xfrm>
            <a:off x="918328" y="2240784"/>
            <a:ext cx="1409915" cy="1171841"/>
          </a:xfrm>
          <a:prstGeom prst="roundRect">
            <a:avLst/>
          </a:pr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92A57DD2-4661-66AE-423B-A92586EAC13C}"/>
              </a:ext>
            </a:extLst>
          </p:cNvPr>
          <p:cNvSpPr txBox="1"/>
          <p:nvPr/>
        </p:nvSpPr>
        <p:spPr>
          <a:xfrm>
            <a:off x="-48726" y="2932737"/>
            <a:ext cx="749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Round</a:t>
            </a:r>
          </a:p>
          <a:p>
            <a:pPr algn="ctr"/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zh-CN" altLang="en-US" sz="1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127AA7DD-37EC-FDF4-AF7E-60F73B168348}"/>
              </a:ext>
            </a:extLst>
          </p:cNvPr>
          <p:cNvSpPr txBox="1"/>
          <p:nvPr/>
        </p:nvSpPr>
        <p:spPr>
          <a:xfrm>
            <a:off x="-103151" y="4523203"/>
            <a:ext cx="914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Round</a:t>
            </a:r>
          </a:p>
          <a:p>
            <a:pPr algn="ctr"/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4323F283-EF3A-132F-9F7A-B263C389E523}"/>
              </a:ext>
            </a:extLst>
          </p:cNvPr>
          <p:cNvSpPr txBox="1"/>
          <p:nvPr/>
        </p:nvSpPr>
        <p:spPr>
          <a:xfrm>
            <a:off x="-70266" y="5762901"/>
            <a:ext cx="896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Round</a:t>
            </a:r>
          </a:p>
          <a:p>
            <a:pPr algn="ctr"/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+2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2273CCA5-3B3A-BADA-AD03-EB09D1518703}"/>
              </a:ext>
            </a:extLst>
          </p:cNvPr>
          <p:cNvSpPr txBox="1"/>
          <p:nvPr/>
        </p:nvSpPr>
        <p:spPr>
          <a:xfrm>
            <a:off x="2283364" y="2711648"/>
            <a:ext cx="775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Payoff</a:t>
            </a:r>
          </a:p>
          <a:p>
            <a:pPr algn="ctr"/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zh-CN" sz="1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zh-CN" altLang="en-US" sz="1400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CB5C408D-233F-8D52-AF9A-440DBC22FC2C}"/>
              </a:ext>
            </a:extLst>
          </p:cNvPr>
          <p:cNvSpPr txBox="1"/>
          <p:nvPr/>
        </p:nvSpPr>
        <p:spPr>
          <a:xfrm>
            <a:off x="2331499" y="4317362"/>
            <a:ext cx="775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Payoff</a:t>
            </a:r>
          </a:p>
          <a:p>
            <a:pPr algn="ctr"/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zh-CN" sz="1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zh-CN" altLang="en-US" sz="1400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827B42D4-483F-EF96-6081-4DC034596663}"/>
              </a:ext>
            </a:extLst>
          </p:cNvPr>
          <p:cNvSpPr txBox="1"/>
          <p:nvPr/>
        </p:nvSpPr>
        <p:spPr>
          <a:xfrm>
            <a:off x="2331499" y="5710653"/>
            <a:ext cx="775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Payoff</a:t>
            </a:r>
          </a:p>
          <a:p>
            <a:pPr algn="ctr"/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zh-CN" sz="1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t+2</a:t>
            </a:r>
            <a:endParaRPr lang="zh-CN" altLang="en-US" sz="1400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0FDEC055-9CFD-76E1-2FB9-F2F8AB57719E}"/>
              </a:ext>
            </a:extLst>
          </p:cNvPr>
          <p:cNvSpPr/>
          <p:nvPr/>
        </p:nvSpPr>
        <p:spPr>
          <a:xfrm>
            <a:off x="1991626" y="3900022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椭圆 200">
            <a:extLst>
              <a:ext uri="{FF2B5EF4-FFF2-40B4-BE49-F238E27FC236}">
                <a16:creationId xmlns:a16="http://schemas.microsoft.com/office/drawing/2014/main" id="{7BCB6A42-3ACF-DB7C-0B04-28C9010FF842}"/>
              </a:ext>
            </a:extLst>
          </p:cNvPr>
          <p:cNvSpPr/>
          <p:nvPr/>
        </p:nvSpPr>
        <p:spPr>
          <a:xfrm>
            <a:off x="1067569" y="4683282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E6BD307A-9AB3-1ECB-C6B1-55AE31F8032D}"/>
              </a:ext>
            </a:extLst>
          </p:cNvPr>
          <p:cNvSpPr/>
          <p:nvPr/>
        </p:nvSpPr>
        <p:spPr>
          <a:xfrm>
            <a:off x="1963496" y="4676329"/>
            <a:ext cx="269525" cy="27669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F2530D65-9668-3EA7-40D3-91EBF7241C9B}"/>
              </a:ext>
            </a:extLst>
          </p:cNvPr>
          <p:cNvCxnSpPr>
            <a:cxnSpLocks/>
            <a:stCxn id="208" idx="5"/>
            <a:endCxn id="207" idx="1"/>
          </p:cNvCxnSpPr>
          <p:nvPr/>
        </p:nvCxnSpPr>
        <p:spPr>
          <a:xfrm>
            <a:off x="1273046" y="4135083"/>
            <a:ext cx="267809" cy="207076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79797334-D30E-5F54-3933-B59EDA78827F}"/>
              </a:ext>
            </a:extLst>
          </p:cNvPr>
          <p:cNvCxnSpPr>
            <a:cxnSpLocks/>
            <a:stCxn id="200" idx="3"/>
            <a:endCxn id="207" idx="7"/>
          </p:cNvCxnSpPr>
          <p:nvPr/>
        </p:nvCxnSpPr>
        <p:spPr>
          <a:xfrm flipH="1">
            <a:off x="1731438" y="4136196"/>
            <a:ext cx="299659" cy="205963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A59DF22D-16A0-FC8A-8653-793D6C83729C}"/>
              </a:ext>
            </a:extLst>
          </p:cNvPr>
          <p:cNvCxnSpPr>
            <a:cxnSpLocks/>
            <a:stCxn id="201" idx="7"/>
            <a:endCxn id="207" idx="3"/>
          </p:cNvCxnSpPr>
          <p:nvPr/>
        </p:nvCxnSpPr>
        <p:spPr>
          <a:xfrm flipV="1">
            <a:off x="1297623" y="4537812"/>
            <a:ext cx="243232" cy="185991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1C3D8DE9-9D99-8501-0EF2-BB2B30ABC139}"/>
              </a:ext>
            </a:extLst>
          </p:cNvPr>
          <p:cNvCxnSpPr>
            <a:cxnSpLocks/>
            <a:stCxn id="202" idx="1"/>
            <a:endCxn id="207" idx="5"/>
          </p:cNvCxnSpPr>
          <p:nvPr/>
        </p:nvCxnSpPr>
        <p:spPr>
          <a:xfrm flipH="1" flipV="1">
            <a:off x="1731438" y="4537812"/>
            <a:ext cx="271529" cy="179038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sp>
        <p:nvSpPr>
          <p:cNvPr id="207" name="椭圆 206">
            <a:extLst>
              <a:ext uri="{FF2B5EF4-FFF2-40B4-BE49-F238E27FC236}">
                <a16:creationId xmlns:a16="http://schemas.microsoft.com/office/drawing/2014/main" id="{5E4070A0-0353-D32F-F5AD-89DED1CF4CA2}"/>
              </a:ext>
            </a:extLst>
          </p:cNvPr>
          <p:cNvSpPr/>
          <p:nvPr/>
        </p:nvSpPr>
        <p:spPr>
          <a:xfrm>
            <a:off x="1501384" y="4301638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椭圆 207">
            <a:extLst>
              <a:ext uri="{FF2B5EF4-FFF2-40B4-BE49-F238E27FC236}">
                <a16:creationId xmlns:a16="http://schemas.microsoft.com/office/drawing/2014/main" id="{6A847A5C-60F4-BA0B-E583-3331C01088EA}"/>
              </a:ext>
            </a:extLst>
          </p:cNvPr>
          <p:cNvSpPr/>
          <p:nvPr/>
        </p:nvSpPr>
        <p:spPr>
          <a:xfrm>
            <a:off x="1042992" y="3898909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57842E48-48E2-3C86-A8DC-03DAAEC9578E}"/>
              </a:ext>
            </a:extLst>
          </p:cNvPr>
          <p:cNvSpPr/>
          <p:nvPr/>
        </p:nvSpPr>
        <p:spPr>
          <a:xfrm>
            <a:off x="939138" y="3845859"/>
            <a:ext cx="1409915" cy="1171841"/>
          </a:xfrm>
          <a:prstGeom prst="roundRect">
            <a:avLst/>
          </a:pr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椭圆 210">
            <a:extLst>
              <a:ext uri="{FF2B5EF4-FFF2-40B4-BE49-F238E27FC236}">
                <a16:creationId xmlns:a16="http://schemas.microsoft.com/office/drawing/2014/main" id="{FE0EE616-CCA6-7941-2787-0783A72641F4}"/>
              </a:ext>
            </a:extLst>
          </p:cNvPr>
          <p:cNvSpPr/>
          <p:nvPr/>
        </p:nvSpPr>
        <p:spPr>
          <a:xfrm>
            <a:off x="1970816" y="5523111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99A085B5-AC51-5427-B62D-8F2C6925FFEC}"/>
              </a:ext>
            </a:extLst>
          </p:cNvPr>
          <p:cNvSpPr/>
          <p:nvPr/>
        </p:nvSpPr>
        <p:spPr>
          <a:xfrm>
            <a:off x="1046759" y="6306371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0184B98C-D45B-A06B-4723-31781C03FE46}"/>
              </a:ext>
            </a:extLst>
          </p:cNvPr>
          <p:cNvSpPr/>
          <p:nvPr/>
        </p:nvSpPr>
        <p:spPr>
          <a:xfrm>
            <a:off x="1942686" y="6299418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7B20E21F-617C-3850-F820-7D455DC0260E}"/>
              </a:ext>
            </a:extLst>
          </p:cNvPr>
          <p:cNvCxnSpPr>
            <a:cxnSpLocks/>
            <a:stCxn id="220" idx="5"/>
            <a:endCxn id="219" idx="1"/>
          </p:cNvCxnSpPr>
          <p:nvPr/>
        </p:nvCxnSpPr>
        <p:spPr>
          <a:xfrm>
            <a:off x="1252236" y="5758172"/>
            <a:ext cx="267809" cy="207076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91906FE6-DF86-24EB-49CA-34B1FB44CEA4}"/>
              </a:ext>
            </a:extLst>
          </p:cNvPr>
          <p:cNvCxnSpPr>
            <a:cxnSpLocks/>
            <a:stCxn id="211" idx="3"/>
            <a:endCxn id="219" idx="7"/>
          </p:cNvCxnSpPr>
          <p:nvPr/>
        </p:nvCxnSpPr>
        <p:spPr>
          <a:xfrm flipH="1">
            <a:off x="1710628" y="5759285"/>
            <a:ext cx="299659" cy="205963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712054BD-3331-0038-D6AB-8D2A4298789D}"/>
              </a:ext>
            </a:extLst>
          </p:cNvPr>
          <p:cNvCxnSpPr>
            <a:cxnSpLocks/>
            <a:stCxn id="213" idx="7"/>
            <a:endCxn id="219" idx="3"/>
          </p:cNvCxnSpPr>
          <p:nvPr/>
        </p:nvCxnSpPr>
        <p:spPr>
          <a:xfrm flipV="1">
            <a:off x="1276813" y="6160901"/>
            <a:ext cx="243232" cy="185991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CB202518-C366-EBDA-C753-5A15EED83D0B}"/>
              </a:ext>
            </a:extLst>
          </p:cNvPr>
          <p:cNvCxnSpPr>
            <a:cxnSpLocks/>
            <a:stCxn id="214" idx="1"/>
            <a:endCxn id="219" idx="5"/>
          </p:cNvCxnSpPr>
          <p:nvPr/>
        </p:nvCxnSpPr>
        <p:spPr>
          <a:xfrm flipH="1" flipV="1">
            <a:off x="1710628" y="6160901"/>
            <a:ext cx="271529" cy="179038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sp>
        <p:nvSpPr>
          <p:cNvPr id="219" name="椭圆 218">
            <a:extLst>
              <a:ext uri="{FF2B5EF4-FFF2-40B4-BE49-F238E27FC236}">
                <a16:creationId xmlns:a16="http://schemas.microsoft.com/office/drawing/2014/main" id="{3B45BF2C-1F09-FC2E-DA08-FBFA02F22C25}"/>
              </a:ext>
            </a:extLst>
          </p:cNvPr>
          <p:cNvSpPr/>
          <p:nvPr/>
        </p:nvSpPr>
        <p:spPr>
          <a:xfrm>
            <a:off x="1480574" y="5924727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12D6045A-382A-C6F4-CDC0-6D48BE50361B}"/>
              </a:ext>
            </a:extLst>
          </p:cNvPr>
          <p:cNvSpPr/>
          <p:nvPr/>
        </p:nvSpPr>
        <p:spPr>
          <a:xfrm>
            <a:off x="1022182" y="5521998"/>
            <a:ext cx="269525" cy="276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CBC8CA17-DBC7-F803-A8D1-7CC360DBC384}"/>
              </a:ext>
            </a:extLst>
          </p:cNvPr>
          <p:cNvSpPr/>
          <p:nvPr/>
        </p:nvSpPr>
        <p:spPr>
          <a:xfrm>
            <a:off x="918328" y="5468948"/>
            <a:ext cx="1409915" cy="1171841"/>
          </a:xfrm>
          <a:prstGeom prst="roundRect">
            <a:avLst/>
          </a:pr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7" name="连接符: 曲线 226">
            <a:extLst>
              <a:ext uri="{FF2B5EF4-FFF2-40B4-BE49-F238E27FC236}">
                <a16:creationId xmlns:a16="http://schemas.microsoft.com/office/drawing/2014/main" id="{218410E7-3612-0406-7A82-FC3581617B2A}"/>
              </a:ext>
            </a:extLst>
          </p:cNvPr>
          <p:cNvCxnSpPr>
            <a:cxnSpLocks/>
            <a:stCxn id="133" idx="1"/>
            <a:endCxn id="210" idx="1"/>
          </p:cNvCxnSpPr>
          <p:nvPr/>
        </p:nvCxnSpPr>
        <p:spPr>
          <a:xfrm rot="10800000" flipH="1" flipV="1">
            <a:off x="918328" y="2826704"/>
            <a:ext cx="20810" cy="1605075"/>
          </a:xfrm>
          <a:prstGeom prst="curvedConnector3">
            <a:avLst>
              <a:gd name="adj1" fmla="val -1378981"/>
            </a:avLst>
          </a:prstGeom>
          <a:ln w="28575">
            <a:solidFill>
              <a:schemeClr val="accent1">
                <a:lumMod val="40000"/>
                <a:lumOff val="60000"/>
              </a:schemeClr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连接符: 曲线 229">
            <a:extLst>
              <a:ext uri="{FF2B5EF4-FFF2-40B4-BE49-F238E27FC236}">
                <a16:creationId xmlns:a16="http://schemas.microsoft.com/office/drawing/2014/main" id="{A5029218-0C66-9DA1-3CAB-79BB295F127B}"/>
              </a:ext>
            </a:extLst>
          </p:cNvPr>
          <p:cNvCxnSpPr>
            <a:cxnSpLocks/>
            <a:stCxn id="210" idx="1"/>
            <a:endCxn id="221" idx="1"/>
          </p:cNvCxnSpPr>
          <p:nvPr/>
        </p:nvCxnSpPr>
        <p:spPr>
          <a:xfrm rot="10800000" flipV="1">
            <a:off x="918328" y="4431779"/>
            <a:ext cx="20810" cy="1623089"/>
          </a:xfrm>
          <a:prstGeom prst="curvedConnector3">
            <a:avLst>
              <a:gd name="adj1" fmla="val 1510144"/>
            </a:avLst>
          </a:prstGeom>
          <a:ln w="28575">
            <a:solidFill>
              <a:schemeClr val="accent1">
                <a:lumMod val="40000"/>
                <a:lumOff val="60000"/>
              </a:schemeClr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连接符: 曲线 236">
            <a:extLst>
              <a:ext uri="{FF2B5EF4-FFF2-40B4-BE49-F238E27FC236}">
                <a16:creationId xmlns:a16="http://schemas.microsoft.com/office/drawing/2014/main" id="{84B2DBBC-FE45-4DA0-4F5A-18A68CE47F77}"/>
              </a:ext>
            </a:extLst>
          </p:cNvPr>
          <p:cNvCxnSpPr>
            <a:cxnSpLocks/>
            <a:stCxn id="173" idx="2"/>
            <a:endCxn id="210" idx="0"/>
          </p:cNvCxnSpPr>
          <p:nvPr/>
        </p:nvCxnSpPr>
        <p:spPr>
          <a:xfrm rot="5400000">
            <a:off x="1852042" y="3026923"/>
            <a:ext cx="610991" cy="1026881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3">
                <a:lumMod val="40000"/>
                <a:lumOff val="60000"/>
              </a:schemeClr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连接符: 曲线 239">
            <a:extLst>
              <a:ext uri="{FF2B5EF4-FFF2-40B4-BE49-F238E27FC236}">
                <a16:creationId xmlns:a16="http://schemas.microsoft.com/office/drawing/2014/main" id="{F336592D-AAB9-7116-915B-3B26EF9C4135}"/>
              </a:ext>
            </a:extLst>
          </p:cNvPr>
          <p:cNvCxnSpPr>
            <a:cxnSpLocks/>
            <a:stCxn id="174" idx="2"/>
            <a:endCxn id="221" idx="0"/>
          </p:cNvCxnSpPr>
          <p:nvPr/>
        </p:nvCxnSpPr>
        <p:spPr>
          <a:xfrm rot="5400000">
            <a:off x="1857016" y="4606852"/>
            <a:ext cx="628366" cy="1095826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3">
                <a:lumMod val="40000"/>
                <a:lumOff val="60000"/>
              </a:schemeClr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椭圆 242">
            <a:extLst>
              <a:ext uri="{FF2B5EF4-FFF2-40B4-BE49-F238E27FC236}">
                <a16:creationId xmlns:a16="http://schemas.microsoft.com/office/drawing/2014/main" id="{96D488F7-A1E8-32DB-CE33-411F5670B4B3}"/>
              </a:ext>
            </a:extLst>
          </p:cNvPr>
          <p:cNvSpPr/>
          <p:nvPr/>
        </p:nvSpPr>
        <p:spPr>
          <a:xfrm>
            <a:off x="1598222" y="821553"/>
            <a:ext cx="126954" cy="130836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FDDE39C7-C320-3068-448C-33F684BE6C4D}"/>
              </a:ext>
            </a:extLst>
          </p:cNvPr>
          <p:cNvSpPr txBox="1"/>
          <p:nvPr/>
        </p:nvSpPr>
        <p:spPr>
          <a:xfrm>
            <a:off x="62874" y="8223"/>
            <a:ext cx="54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94F4F3B7-4E9F-3F0F-24BE-43B001B9F123}"/>
              </a:ext>
            </a:extLst>
          </p:cNvPr>
          <p:cNvSpPr txBox="1"/>
          <p:nvPr/>
        </p:nvSpPr>
        <p:spPr>
          <a:xfrm>
            <a:off x="78544" y="2045711"/>
            <a:ext cx="54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D7437CFF-AD37-F018-8EA9-852683DFA5DC}"/>
              </a:ext>
            </a:extLst>
          </p:cNvPr>
          <p:cNvSpPr txBox="1"/>
          <p:nvPr/>
        </p:nvSpPr>
        <p:spPr>
          <a:xfrm>
            <a:off x="3646237" y="52263"/>
            <a:ext cx="54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EA5BA908-EC52-0DAF-78B6-33790B25C7C3}"/>
              </a:ext>
            </a:extLst>
          </p:cNvPr>
          <p:cNvSpPr txBox="1"/>
          <p:nvPr/>
        </p:nvSpPr>
        <p:spPr>
          <a:xfrm>
            <a:off x="3386108" y="2471072"/>
            <a:ext cx="54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0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117</Words>
  <Application>Microsoft Office PowerPoint</Application>
  <PresentationFormat>宽屏</PresentationFormat>
  <Paragraphs>65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kill speed</dc:creator>
  <cp:lastModifiedBy>kill speed</cp:lastModifiedBy>
  <cp:revision>97</cp:revision>
  <dcterms:created xsi:type="dcterms:W3CDTF">2024-03-28T14:05:57Z</dcterms:created>
  <dcterms:modified xsi:type="dcterms:W3CDTF">2024-04-07T12:57:32Z</dcterms:modified>
</cp:coreProperties>
</file>